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普通幻灯片备注。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普通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这是一个普通文本框内容。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