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1 页正文。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2 页正文。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3 页正文。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